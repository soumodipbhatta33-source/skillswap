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9" d="100"/>
          <a:sy n="129" d="100"/>
        </p:scale>
        <p:origin x="1104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4328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oumodipbhatta33-source/SkillSwap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24945"/>
            <a:ext cx="31231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2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name: Cicadas303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39" y="3590705"/>
            <a:ext cx="8046720" cy="26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2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Skill-Swap</a:t>
            </a:r>
            <a:r>
              <a:rPr lang="en-US" sz="1800" dirty="0">
                <a:solidFill>
                  <a:srgbClr val="97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Open-source, AI-matched peer-to-peer skill t</a:t>
            </a:r>
            <a:r>
              <a:rPr lang="en-US" dirty="0">
                <a:solidFill>
                  <a:srgbClr val="97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rading platform.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56465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F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Node.js, HTML, CSS and the Gemma 4 API</a:t>
            </a:r>
            <a:endParaRPr lang="en-US" sz="1400" dirty="0"/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1272E53E-8166-275B-9048-5121A67B6554}"/>
              </a:ext>
            </a:extLst>
          </p:cNvPr>
          <p:cNvSpPr txBox="1"/>
          <p:nvPr/>
        </p:nvSpPr>
        <p:spPr>
          <a:xfrm>
            <a:off x="3016054" y="1285090"/>
            <a:ext cx="3310360" cy="633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2F3F8"/>
                </a:solidFill>
                <a:latin typeface="Agency FB" panose="020B0503020202020204" pitchFamily="34" charset="0"/>
                <a:ea typeface="Cambria" pitchFamily="34" charset="-122"/>
              </a:rPr>
              <a:t>HACKTOBERFEST</a:t>
            </a:r>
            <a:r>
              <a:rPr lang="en-US" sz="3600" b="1" dirty="0">
                <a:solidFill>
                  <a:srgbClr val="F2F3F8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3600" b="1" dirty="0">
                <a:solidFill>
                  <a:srgbClr val="F2F3F8"/>
                </a:solidFill>
                <a:latin typeface="Agency FB" panose="020B0503020202020204" pitchFamily="34" charset="0"/>
                <a:ea typeface="Cambria" pitchFamily="34" charset="-122"/>
              </a:rPr>
              <a:t>26</a:t>
            </a:r>
            <a:endParaRPr lang="en-US" sz="3600" dirty="0">
              <a:latin typeface="Agency FB" panose="020B0503020202020204" pitchFamily="34" charset="0"/>
            </a:endParaRPr>
          </a:p>
        </p:txBody>
      </p:sp>
      <p:sp>
        <p:nvSpPr>
          <p:cNvPr id="18" name="Text 0">
            <a:extLst>
              <a:ext uri="{FF2B5EF4-FFF2-40B4-BE49-F238E27FC236}">
                <a16:creationId xmlns:a16="http://schemas.microsoft.com/office/drawing/2014/main" id="{49C296A6-8BBC-DA5C-733C-6D88D131ED58}"/>
              </a:ext>
            </a:extLst>
          </p:cNvPr>
          <p:cNvSpPr txBox="1"/>
          <p:nvPr/>
        </p:nvSpPr>
        <p:spPr>
          <a:xfrm>
            <a:off x="3352266" y="1918556"/>
            <a:ext cx="2439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2F3F8"/>
                </a:solidFill>
                <a:latin typeface="Agency FB" panose="020B0503020202020204" pitchFamily="34" charset="0"/>
                <a:ea typeface="Cambria" pitchFamily="34" charset="-122"/>
              </a:rPr>
              <a:t>IEI STUDENTS’ CHAPTER CSE</a:t>
            </a:r>
            <a:endParaRPr lang="en-US" sz="2000" dirty="0">
              <a:latin typeface="Agency FB" panose="020B0503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2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 one skill, learn another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151822"/>
          </a:solidFill>
          <a:ln w="12700">
            <a:solidFill>
              <a:srgbClr val="2A2F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2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teach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2A216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77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B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57400" y="237744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2A216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057400" y="2377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B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212080" y="146304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151822"/>
          </a:solidFill>
          <a:ln w="12700">
            <a:solidFill>
              <a:srgbClr val="2A2F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2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learn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0" y="237744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0F3A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0" y="2377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FF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086600" y="237744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0F3A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086600" y="2377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FF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design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06240" y="2148840"/>
            <a:ext cx="731520" cy="731520"/>
          </a:xfrm>
          <a:prstGeom prst="ellipse">
            <a:avLst/>
          </a:prstGeom>
          <a:solidFill>
            <a:srgbClr val="6F4D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20624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2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Skill-Swap pairs people whose goals line up and helps them trade lessons.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2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profile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64592" cy="164592"/>
          </a:xfrm>
          <a:prstGeom prst="ellipse">
            <a:avLst/>
          </a:prstGeom>
          <a:solidFill>
            <a:srgbClr val="2FE0C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5544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2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skills you can teach and the ones you want to learn.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164592" cy="164592"/>
          </a:xfrm>
          <a:prstGeom prst="ellipse">
            <a:avLst/>
          </a:prstGeom>
          <a:solidFill>
            <a:srgbClr val="2FE0C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5603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2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skills with commas.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611880"/>
            <a:ext cx="164592" cy="164592"/>
          </a:xfrm>
          <a:prstGeom prst="ellipse">
            <a:avLst/>
          </a:prstGeom>
          <a:solidFill>
            <a:srgbClr val="2FE0C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56616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2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your own name again updates your profile instead of duplicating it.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968496" y="1830973"/>
            <a:ext cx="4681728" cy="2373094"/>
          </a:xfrm>
          <a:prstGeom prst="roundRect">
            <a:avLst>
              <a:gd name="adj" fmla="val 3853"/>
            </a:avLst>
          </a:prstGeom>
          <a:solidFill>
            <a:srgbClr val="151822"/>
          </a:solidFill>
          <a:ln w="12700">
            <a:solidFill>
              <a:srgbClr val="2A2F40"/>
            </a:solidFill>
            <a:prstDash val="solid"/>
          </a:ln>
        </p:spPr>
      </p:sp>
      <p:pic>
        <p:nvPicPr>
          <p:cNvPr id="10" name="Image 0" descr="Create a profile form with name, skills to teach and skills to lear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885837"/>
            <a:ext cx="4572000" cy="22633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2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Smarter skill matching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82880" cy="182880"/>
          </a:xfrm>
          <a:prstGeom prst="ellipse">
            <a:avLst/>
          </a:prstGeom>
          <a:solidFill>
            <a:srgbClr val="2FE0C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2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live scoring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76479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7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how related two skills are, through the Gemini API.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182880" cy="182880"/>
          </a:xfrm>
          <a:prstGeom prst="ellipse">
            <a:avLst/>
          </a:prstGeom>
          <a:solidFill>
            <a:srgbClr val="2FE0C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468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2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fallback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77063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7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relation graph takes over if the call fails or is turned off.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182880" cy="182880"/>
          </a:xfrm>
          <a:prstGeom prst="ellipse">
            <a:avLst/>
          </a:prstGeom>
          <a:solidFill>
            <a:srgbClr val="2FE0C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474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2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rules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77647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7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under 0.5 are dropped, different languages never match, and you never match yourself.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463040"/>
          <a:ext cx="3840480" cy="22860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pair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2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4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2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4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Photography / Photography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2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E0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2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/ Data Science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2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E0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2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UX Design / Graphic Design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2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E0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2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2F3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/ Spanish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2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 blocked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2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4754880" y="3931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7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from the local engine. Gemma 4 scores pairs live.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2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Ranked matches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64592" cy="164592"/>
          </a:xfrm>
          <a:prstGeom prst="ellipse">
            <a:avLst/>
          </a:prstGeom>
          <a:solidFill>
            <a:srgbClr val="2FE0C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55448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2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percentage score ranks every match.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164592" cy="164592"/>
          </a:xfrm>
          <a:prstGeom prst="ellipse">
            <a:avLst/>
          </a:prstGeom>
          <a:solidFill>
            <a:srgbClr val="2FE0C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56032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2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lines show what each side gains.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611880"/>
            <a:ext cx="164592" cy="164592"/>
          </a:xfrm>
          <a:prstGeom prst="ellipse">
            <a:avLst/>
          </a:prstGeom>
          <a:solidFill>
            <a:srgbClr val="2FE0C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56616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2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profile never appears in the list.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054096" y="1600348"/>
            <a:ext cx="5596128" cy="2834345"/>
          </a:xfrm>
          <a:prstGeom prst="roundRect">
            <a:avLst>
              <a:gd name="adj" fmla="val 3226"/>
            </a:avLst>
          </a:prstGeom>
          <a:solidFill>
            <a:srgbClr val="151822"/>
          </a:solidFill>
          <a:ln w="12700">
            <a:solidFill>
              <a:srgbClr val="2A2F40"/>
            </a:solidFill>
            <a:prstDash val="solid"/>
          </a:ln>
        </p:spPr>
      </p:sp>
      <p:pic>
        <p:nvPicPr>
          <p:cNvPr id="10" name="Image 0" descr="AI Matches list with percentage scores and Request Swap button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1655212"/>
            <a:ext cx="5486400" cy="27246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2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Send a swap request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93776" y="1533233"/>
            <a:ext cx="4041648" cy="2054174"/>
          </a:xfrm>
          <a:prstGeom prst="roundRect">
            <a:avLst>
              <a:gd name="adj" fmla="val 4451"/>
            </a:avLst>
          </a:prstGeom>
          <a:solidFill>
            <a:srgbClr val="151822"/>
          </a:solidFill>
          <a:ln w="12700">
            <a:solidFill>
              <a:srgbClr val="2A2F40"/>
            </a:solidFill>
            <a:prstDash val="solid"/>
          </a:ln>
        </p:spPr>
      </p:sp>
      <p:pic>
        <p:nvPicPr>
          <p:cNvPr id="4" name="Image 0" descr="Swap request window with skills on both sides and a message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88097"/>
            <a:ext cx="3931920" cy="19444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608576" y="1497450"/>
            <a:ext cx="4041648" cy="2125739"/>
          </a:xfrm>
          <a:prstGeom prst="roundRect">
            <a:avLst>
              <a:gd name="adj" fmla="val 4302"/>
            </a:avLst>
          </a:prstGeom>
          <a:solidFill>
            <a:srgbClr val="151822"/>
          </a:solidFill>
          <a:ln w="12700">
            <a:solidFill>
              <a:srgbClr val="2A2F40"/>
            </a:solidFill>
            <a:prstDash val="solid"/>
          </a:ln>
        </p:spPr>
      </p:sp>
      <p:pic>
        <p:nvPicPr>
          <p:cNvPr id="6" name="Image 1" descr="Request sent window waiting for the other pers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552314"/>
            <a:ext cx="3931920" cy="201601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375120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7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skills on both sides and add a message.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4663440" y="375120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7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waiting window shows until the other person responds.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2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and accept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93776" y="1501838"/>
            <a:ext cx="4041648" cy="2116965"/>
          </a:xfrm>
          <a:prstGeom prst="roundRect">
            <a:avLst>
              <a:gd name="adj" fmla="val 4319"/>
            </a:avLst>
          </a:prstGeom>
          <a:solidFill>
            <a:srgbClr val="151822"/>
          </a:solidFill>
          <a:ln w="12700">
            <a:solidFill>
              <a:srgbClr val="2A2F40"/>
            </a:solidFill>
            <a:prstDash val="solid"/>
          </a:ln>
        </p:spPr>
      </p:sp>
      <p:pic>
        <p:nvPicPr>
          <p:cNvPr id="4" name="Image 0" descr="Review window with Decline and Accept swap button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6702"/>
            <a:ext cx="3931920" cy="200723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608576" y="1532071"/>
            <a:ext cx="4041648" cy="2056498"/>
          </a:xfrm>
          <a:prstGeom prst="roundRect">
            <a:avLst>
              <a:gd name="adj" fmla="val 4446"/>
            </a:avLst>
          </a:prstGeom>
          <a:solidFill>
            <a:srgbClr val="151822"/>
          </a:solidFill>
          <a:ln w="12700">
            <a:solidFill>
              <a:srgbClr val="2A2F40"/>
            </a:solidFill>
            <a:prstDash val="solid"/>
          </a:ln>
        </p:spPr>
      </p:sp>
      <p:pic>
        <p:nvPicPr>
          <p:cNvPr id="6" name="Image 1" descr="Window telling the sender the swap request was accept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586935"/>
            <a:ext cx="3931920" cy="194677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374681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7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person sees your message and the skills on both sides, then accepts or declines.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4663440" y="374681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7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this confirmation as soon as they accept. Contact details stay hidden until then.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2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the session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93776" y="1538355"/>
            <a:ext cx="4041648" cy="2043929"/>
          </a:xfrm>
          <a:prstGeom prst="roundRect">
            <a:avLst>
              <a:gd name="adj" fmla="val 4474"/>
            </a:avLst>
          </a:prstGeom>
          <a:solidFill>
            <a:srgbClr val="151822"/>
          </a:solidFill>
          <a:ln w="12700">
            <a:solidFill>
              <a:srgbClr val="2A2F40"/>
            </a:solidFill>
            <a:prstDash val="solid"/>
          </a:ln>
        </p:spPr>
      </p:sp>
      <p:pic>
        <p:nvPicPr>
          <p:cNvPr id="4" name="Image 0" descr="Session setup with date, time and meeting mo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93219"/>
            <a:ext cx="3931920" cy="193420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608576" y="1552761"/>
            <a:ext cx="4041648" cy="2015118"/>
          </a:xfrm>
          <a:prstGeom prst="roundRect">
            <a:avLst>
              <a:gd name="adj" fmla="val 4538"/>
            </a:avLst>
          </a:prstGeom>
          <a:solidFill>
            <a:srgbClr val="151822"/>
          </a:solidFill>
          <a:ln w="12700">
            <a:solidFill>
              <a:srgbClr val="2A2F40"/>
            </a:solidFill>
            <a:prstDash val="solid"/>
          </a:ln>
        </p:spPr>
      </p:sp>
      <p:pic>
        <p:nvPicPr>
          <p:cNvPr id="6" name="Image 1" descr="Confirmed session with video call lin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607625"/>
            <a:ext cx="3931920" cy="190539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3710301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7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date and time, then video call, chat, or in person.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4663440" y="3710301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7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confirmed, the session shows on both schedules.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2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it's built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151822"/>
          </a:solidFill>
          <a:ln w="12700">
            <a:solidFill>
              <a:srgbClr val="2A2F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737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2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774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7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runtime for the project.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46304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151822"/>
          </a:solidFill>
          <a:ln w="12700">
            <a:solidFill>
              <a:srgbClr val="2A2F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1737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2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+ CSS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3774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7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single-page interface with live match cards.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46304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151822"/>
          </a:solidFill>
          <a:ln w="12700">
            <a:solidFill>
              <a:srgbClr val="2A2F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737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2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Gemma 4 API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3774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7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skill scoring through the Gemini API, with a local fallback.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8046720" cy="868680"/>
          </a:xfrm>
          <a:prstGeom prst="roundRect">
            <a:avLst>
              <a:gd name="adj" fmla="val 12632"/>
            </a:avLst>
          </a:prstGeom>
          <a:solidFill>
            <a:srgbClr val="151822"/>
          </a:solidFill>
          <a:ln w="12700">
            <a:solidFill>
              <a:srgbClr val="2A2F4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84048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state (profiles, requests, sessions) is kept in the browser's localStorage, so you can run the full flow by logging in as two people in two tabs.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9603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2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799746"/>
            <a:ext cx="8046720" cy="822960"/>
          </a:xfrm>
          <a:prstGeom prst="roundRect">
            <a:avLst>
              <a:gd name="adj" fmla="val 13333"/>
            </a:avLst>
          </a:prstGeom>
          <a:solidFill>
            <a:srgbClr val="151822"/>
          </a:solidFill>
          <a:ln w="12700">
            <a:solidFill>
              <a:srgbClr val="2A2F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896519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2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swaps on the server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169723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7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requests to Node.js endpoints so contact details are only released after acceptance.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48790"/>
            <a:ext cx="8046720" cy="822960"/>
          </a:xfrm>
          <a:prstGeom prst="roundRect">
            <a:avLst>
              <a:gd name="adj" fmla="val 13333"/>
            </a:avLst>
          </a:prstGeom>
          <a:solidFill>
            <a:srgbClr val="151822"/>
          </a:solidFill>
          <a:ln w="12700">
            <a:solidFill>
              <a:srgbClr val="2A2F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81432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2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sign-in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08864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7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email addresses before a profile goes live.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683764"/>
            <a:ext cx="8046720" cy="822960"/>
          </a:xfrm>
          <a:prstGeom prst="roundRect">
            <a:avLst>
              <a:gd name="adj" fmla="val 13333"/>
            </a:avLst>
          </a:prstGeom>
          <a:solidFill>
            <a:srgbClr val="151822"/>
          </a:solidFill>
          <a:ln w="12700">
            <a:solidFill>
              <a:srgbClr val="2A2F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79120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2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ratings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06552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7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partners rate each session to build trust.</a:t>
            </a:r>
            <a:endParaRPr lang="en-US" sz="1400" dirty="0"/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30217F8A-3762-0C4C-0639-99F23D70CA29}"/>
              </a:ext>
            </a:extLst>
          </p:cNvPr>
          <p:cNvSpPr/>
          <p:nvPr/>
        </p:nvSpPr>
        <p:spPr>
          <a:xfrm>
            <a:off x="548640" y="3659124"/>
            <a:ext cx="8046720" cy="822960"/>
          </a:xfrm>
          <a:prstGeom prst="roundRect">
            <a:avLst>
              <a:gd name="adj" fmla="val 13333"/>
            </a:avLst>
          </a:prstGeom>
          <a:solidFill>
            <a:srgbClr val="151822"/>
          </a:solidFill>
          <a:ln w="12700">
            <a:solidFill>
              <a:srgbClr val="2A2F40"/>
            </a:solidFill>
            <a:prstDash val="solid"/>
          </a:ln>
        </p:spPr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BCA7170F-A31B-5F4A-52E4-556714328559}"/>
              </a:ext>
            </a:extLst>
          </p:cNvPr>
          <p:cNvSpPr txBox="1"/>
          <p:nvPr/>
        </p:nvSpPr>
        <p:spPr>
          <a:xfrm>
            <a:off x="822960" y="393344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97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Link: </a:t>
            </a:r>
            <a:r>
              <a:rPr lang="en-US" sz="1400" dirty="0">
                <a:solidFill>
                  <a:srgbClr val="97A0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https://github.com/soumodipbhatta33-source/SkillSwap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447</Words>
  <Application>Microsoft Office PowerPoint</Application>
  <PresentationFormat>On-screen Show (16:9)</PresentationFormat>
  <Paragraphs>75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Agency FB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Skill-Swap by Cicadas303</dc:title>
  <dc:subject>PptxGenJS Presentation</dc:subject>
  <dc:creator>Cicadas303</dc:creator>
  <cp:lastModifiedBy>B. Soumodip</cp:lastModifiedBy>
  <cp:revision>4</cp:revision>
  <dcterms:created xsi:type="dcterms:W3CDTF">2026-10-10T17:57:05Z</dcterms:created>
  <dcterms:modified xsi:type="dcterms:W3CDTF">2026-10-10T18:15:00Z</dcterms:modified>
</cp:coreProperties>
</file>